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ова новиков" userId="3257cb1ea0853157" providerId="LiveId" clId="{81240530-9A84-41B8-ABE2-1B50C0BBD115}"/>
    <pc:docChg chg="custSel addSld modSld">
      <pc:chgData name="вова новиков" userId="3257cb1ea0853157" providerId="LiveId" clId="{81240530-9A84-41B8-ABE2-1B50C0BBD115}" dt="2026-05-16T18:07:50.378" v="81" actId="20577"/>
      <pc:docMkLst>
        <pc:docMk/>
      </pc:docMkLst>
      <pc:sldChg chg="modSp mod">
        <pc:chgData name="вова новиков" userId="3257cb1ea0853157" providerId="LiveId" clId="{81240530-9A84-41B8-ABE2-1B50C0BBD115}" dt="2026-05-16T18:07:25.450" v="55" actId="20577"/>
        <pc:sldMkLst>
          <pc:docMk/>
          <pc:sldMk cId="3006463909" sldId="269"/>
        </pc:sldMkLst>
        <pc:spChg chg="mod">
          <ac:chgData name="вова новиков" userId="3257cb1ea0853157" providerId="LiveId" clId="{81240530-9A84-41B8-ABE2-1B50C0BBD115}" dt="2026-05-16T18:07:25.450" v="55" actId="20577"/>
          <ac:spMkLst>
            <pc:docMk/>
            <pc:sldMk cId="3006463909" sldId="269"/>
            <ac:spMk id="3" creationId="{EC1D4526-4213-3783-F61F-4265E5387A5D}"/>
          </ac:spMkLst>
        </pc:spChg>
      </pc:sldChg>
      <pc:sldChg chg="delSp modSp new mod">
        <pc:chgData name="вова новиков" userId="3257cb1ea0853157" providerId="LiveId" clId="{81240530-9A84-41B8-ABE2-1B50C0BBD115}" dt="2026-05-16T18:07:50.378" v="81" actId="20577"/>
        <pc:sldMkLst>
          <pc:docMk/>
          <pc:sldMk cId="2811962166" sldId="270"/>
        </pc:sldMkLst>
        <pc:spChg chg="mod">
          <ac:chgData name="вова новиков" userId="3257cb1ea0853157" providerId="LiveId" clId="{81240530-9A84-41B8-ABE2-1B50C0BBD115}" dt="2026-05-16T18:07:50.378" v="81" actId="20577"/>
          <ac:spMkLst>
            <pc:docMk/>
            <pc:sldMk cId="2811962166" sldId="270"/>
            <ac:spMk id="2" creationId="{B3649583-8507-1E1A-6614-4D882732E01A}"/>
          </ac:spMkLst>
        </pc:spChg>
        <pc:spChg chg="del">
          <ac:chgData name="вова новиков" userId="3257cb1ea0853157" providerId="LiveId" clId="{81240530-9A84-41B8-ABE2-1B50C0BBD115}" dt="2026-05-16T18:07:31.968" v="57" actId="478"/>
          <ac:spMkLst>
            <pc:docMk/>
            <pc:sldMk cId="2811962166" sldId="270"/>
            <ac:spMk id="3" creationId="{93A46F18-C091-5088-BFBE-3288D531AC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9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64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75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86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77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08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76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56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63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21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06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FA84B4D-B533-4304-B31B-6C0BC9F7425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46C6542-9E56-4175-B969-40B4E11B3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82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B828E-3141-4E12-01D7-042F8E0FD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Новостной сайт </a:t>
            </a:r>
            <a:r>
              <a:rPr lang="en-US" dirty="0"/>
              <a:t>“GAZETKA”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2EF2A8-3E48-4309-D089-DE0E879912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Авторы</a:t>
            </a:r>
            <a:r>
              <a:rPr lang="en-US" dirty="0"/>
              <a:t>:</a:t>
            </a:r>
            <a:r>
              <a:rPr lang="ru-RU" dirty="0"/>
              <a:t> Гуляев Дмитрий и Новиков Владимир</a:t>
            </a:r>
          </a:p>
          <a:p>
            <a:pPr algn="ctr"/>
            <a:r>
              <a:rPr lang="ru-RU" dirty="0"/>
              <a:t>2026г.</a:t>
            </a:r>
          </a:p>
        </p:txBody>
      </p:sp>
    </p:spTree>
    <p:extLst>
      <p:ext uri="{BB962C8B-B14F-4D97-AF65-F5344CB8AC3E}">
        <p14:creationId xmlns:p14="http://schemas.microsoft.com/office/powerpoint/2010/main" val="103864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7E07D-89BA-5B85-8161-B8094FD9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C1730-CAA9-0983-28E3-E40F6B0D6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Цель: </a:t>
            </a:r>
          </a:p>
          <a:p>
            <a:r>
              <a:rPr lang="ru-RU" dirty="0"/>
              <a:t>Разработать современную веб-платформу для публикации новостей с системой модерации и ролевой моделью доступа.</a:t>
            </a:r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r>
              <a:rPr lang="ru-RU" dirty="0"/>
              <a:t>Реализовать регистрацию и авторизацию пользователей</a:t>
            </a:r>
          </a:p>
          <a:p>
            <a:r>
              <a:rPr lang="ru-RU" dirty="0"/>
              <a:t>Создать систему ролей (</a:t>
            </a:r>
            <a:r>
              <a:rPr lang="ru-RU" dirty="0" err="1"/>
              <a:t>user</a:t>
            </a:r>
            <a:r>
              <a:rPr lang="ru-RU" dirty="0"/>
              <a:t>, </a:t>
            </a:r>
            <a:r>
              <a:rPr lang="ru-RU" dirty="0" err="1"/>
              <a:t>moderator</a:t>
            </a:r>
            <a:r>
              <a:rPr lang="ru-RU" dirty="0"/>
              <a:t>, </a:t>
            </a:r>
            <a:r>
              <a:rPr lang="ru-RU" dirty="0" err="1"/>
              <a:t>admin</a:t>
            </a:r>
            <a:r>
              <a:rPr lang="ru-RU" dirty="0"/>
              <a:t>)</a:t>
            </a:r>
          </a:p>
          <a:p>
            <a:r>
              <a:rPr lang="ru-RU" dirty="0"/>
              <a:t>Разработать удобный интерфейс создания и управления новостями</a:t>
            </a:r>
          </a:p>
          <a:p>
            <a:r>
              <a:rPr lang="ru-RU" dirty="0"/>
              <a:t>Реализовать многоуровневую модерацию контента</a:t>
            </a:r>
          </a:p>
          <a:p>
            <a:r>
              <a:rPr lang="ru-RU" dirty="0"/>
              <a:t>Создать REST API</a:t>
            </a:r>
          </a:p>
          <a:p>
            <a:r>
              <a:rPr lang="ru-RU" dirty="0"/>
              <a:t>Обеспечить безопасность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339462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0A822-BD44-B646-E4EF-13E4E6EA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F0021-AA1D-C2BE-D148-C1609D7D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Backend: Python + Flask</a:t>
            </a:r>
          </a:p>
          <a:p>
            <a:r>
              <a:rPr lang="ru-RU" dirty="0"/>
              <a:t>База данных</a:t>
            </a:r>
            <a:r>
              <a:rPr lang="en-US" dirty="0"/>
              <a:t>: SQLite + </a:t>
            </a:r>
            <a:r>
              <a:rPr lang="en-US" dirty="0" err="1"/>
              <a:t>SQLAlchemy</a:t>
            </a:r>
            <a:r>
              <a:rPr lang="en-US" dirty="0"/>
              <a:t> ORM</a:t>
            </a:r>
          </a:p>
          <a:p>
            <a:r>
              <a:rPr lang="ru-RU" dirty="0"/>
              <a:t>Формы</a:t>
            </a:r>
            <a:r>
              <a:rPr lang="en-US" dirty="0"/>
              <a:t>: </a:t>
            </a:r>
            <a:r>
              <a:rPr lang="en-US" dirty="0" err="1"/>
              <a:t>FlaskWTF</a:t>
            </a:r>
            <a:endParaRPr lang="en-US" dirty="0"/>
          </a:p>
          <a:p>
            <a:r>
              <a:rPr lang="ru-RU" dirty="0"/>
              <a:t>Авторизация</a:t>
            </a:r>
            <a:r>
              <a:rPr lang="en-US" dirty="0"/>
              <a:t>: Flask-Login</a:t>
            </a:r>
          </a:p>
          <a:p>
            <a:r>
              <a:rPr lang="ru-RU" dirty="0"/>
              <a:t>Админ-панель</a:t>
            </a:r>
            <a:r>
              <a:rPr lang="en-US" dirty="0"/>
              <a:t>: Flask-Admin</a:t>
            </a:r>
          </a:p>
          <a:p>
            <a:r>
              <a:rPr lang="en-US" dirty="0"/>
              <a:t>Frontend: HTML5 + Bootstrap 5 + Jinja2</a:t>
            </a:r>
          </a:p>
          <a:p>
            <a:r>
              <a:rPr lang="ru-RU" dirty="0"/>
              <a:t>Загрузка файлов</a:t>
            </a:r>
            <a:r>
              <a:rPr lang="en-US" dirty="0"/>
              <a:t>: </a:t>
            </a:r>
            <a:r>
              <a:rPr lang="en-US" dirty="0" err="1"/>
              <a:t>Werkzeug</a:t>
            </a:r>
            <a:r>
              <a:rPr lang="en-US" dirty="0"/>
              <a:t> + </a:t>
            </a:r>
            <a:r>
              <a:rPr lang="en-US" dirty="0" err="1"/>
              <a:t>secure_filename</a:t>
            </a:r>
            <a:r>
              <a:rPr lang="en-US" dirty="0"/>
              <a:t> </a:t>
            </a:r>
          </a:p>
          <a:p>
            <a:r>
              <a:rPr lang="en-US" dirty="0"/>
              <a:t>API: JSON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4920FE-DDD4-357E-FDD8-51B7AD449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52" y="2121408"/>
            <a:ext cx="384313" cy="3843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3D98CB-9F29-378D-9906-A901DB7AC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98" y="2467025"/>
            <a:ext cx="441527" cy="5345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437E94-6D16-CB9F-B250-55697514E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654" y="3001619"/>
            <a:ext cx="1535596" cy="2894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EC0518-86D3-9BB1-78AA-4A94F678C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161" y="4322149"/>
            <a:ext cx="441528" cy="3518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BF7780-C943-86BE-4C12-3FA2C9F29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633" y="4232464"/>
            <a:ext cx="441528" cy="4415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A72921-0A1A-30A8-DD86-999F94D75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6539" y="4271731"/>
            <a:ext cx="452678" cy="4526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74FCBCE-48E6-0DE8-DCFB-287D92CCEA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0922" y="5059017"/>
            <a:ext cx="424070" cy="4240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6326C94-BC20-A603-7E18-F6D0108550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7108" y="4583478"/>
            <a:ext cx="569023" cy="56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3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C969B-21A9-6572-132A-1C2D9D59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096" y="1270089"/>
            <a:ext cx="10058400" cy="1609344"/>
          </a:xfrm>
        </p:spPr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5058031-88F3-CAE5-BE8B-744503D8E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561" y="1224766"/>
            <a:ext cx="1941257" cy="5148602"/>
          </a:xfrm>
        </p:spPr>
      </p:pic>
    </p:spTree>
    <p:extLst>
      <p:ext uri="{BB962C8B-B14F-4D97-AF65-F5344CB8AC3E}">
        <p14:creationId xmlns:p14="http://schemas.microsoft.com/office/powerpoint/2010/main" val="256495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40E12-AF36-10E0-539A-F1619206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Ролевая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2173BF-AF2B-6AA2-28C7-CDFBF87DA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Доступ разделен на несколько ролей</a:t>
            </a:r>
            <a:r>
              <a:rPr lang="en-US" dirty="0"/>
              <a:t>:</a:t>
            </a:r>
          </a:p>
          <a:p>
            <a:r>
              <a:rPr lang="en-US" dirty="0"/>
              <a:t>User: </a:t>
            </a:r>
            <a:r>
              <a:rPr lang="ru-RU" dirty="0"/>
              <a:t>Обычный пользователь может выкладывать новости и эти же новости редактировать.</a:t>
            </a:r>
          </a:p>
          <a:p>
            <a:r>
              <a:rPr lang="en-US" dirty="0"/>
              <a:t>Moderator: </a:t>
            </a:r>
            <a:r>
              <a:rPr lang="ru-RU" dirty="0"/>
              <a:t>Модерация новостей, отклонение</a:t>
            </a:r>
            <a:r>
              <a:rPr lang="en-US" dirty="0"/>
              <a:t>/ </a:t>
            </a:r>
            <a:r>
              <a:rPr lang="ru-RU" dirty="0"/>
              <a:t>одобрение новостей, когда </a:t>
            </a:r>
            <a:r>
              <a:rPr lang="ru-RU" dirty="0" err="1"/>
              <a:t>модер</a:t>
            </a:r>
            <a:r>
              <a:rPr lang="ru-RU" dirty="0"/>
              <a:t> публикует новость она сразу же публикуется, а не идет на проверку.</a:t>
            </a:r>
          </a:p>
          <a:p>
            <a:r>
              <a:rPr lang="en-US" dirty="0"/>
              <a:t>Admin: </a:t>
            </a:r>
            <a:r>
              <a:rPr lang="ru-RU" dirty="0"/>
              <a:t>Полный доступ ко всем правам + админ-панель.</a:t>
            </a:r>
          </a:p>
        </p:txBody>
      </p:sp>
    </p:spTree>
    <p:extLst>
      <p:ext uri="{BB962C8B-B14F-4D97-AF65-F5344CB8AC3E}">
        <p14:creationId xmlns:p14="http://schemas.microsoft.com/office/powerpoint/2010/main" val="593745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34AF7-90E7-A452-0664-D767AB00D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новостей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FC488A-2535-56BD-E8E3-D8AB72CC2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Черновик → На проверке → Опубликовано / Отклонено</a:t>
            </a:r>
          </a:p>
          <a:p>
            <a:pPr marL="0" indent="0">
              <a:buNone/>
            </a:pPr>
            <a:r>
              <a:rPr lang="ru-RU" dirty="0"/>
              <a:t>(Но у модераторов и админов новости публикуются сразу же)</a:t>
            </a:r>
          </a:p>
        </p:txBody>
      </p:sp>
    </p:spTree>
    <p:extLst>
      <p:ext uri="{BB962C8B-B14F-4D97-AF65-F5344CB8AC3E}">
        <p14:creationId xmlns:p14="http://schemas.microsoft.com/office/powerpoint/2010/main" val="315480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B4833-05F3-5DBE-E1EB-033CD332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страница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0FCD1F-ED6C-3908-067A-73CCDF5F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Поиск по заголовку и содержимому</a:t>
            </a:r>
          </a:p>
          <a:p>
            <a:r>
              <a:rPr lang="ru-RU" dirty="0"/>
              <a:t>Фильтр по категориям</a:t>
            </a:r>
          </a:p>
          <a:p>
            <a:r>
              <a:rPr lang="ru-RU" dirty="0"/>
              <a:t>Сортировка по дате (новые сверху)</a:t>
            </a:r>
          </a:p>
          <a:p>
            <a:r>
              <a:rPr lang="ru-RU" dirty="0"/>
              <a:t>Карточки новостей с изображениями</a:t>
            </a:r>
          </a:p>
          <a:p>
            <a:r>
              <a:rPr lang="ru-RU" dirty="0"/>
              <a:t>Только опубликованные новости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A53E7A-E27D-F67E-D238-35D611DA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797" y="1836543"/>
            <a:ext cx="5513386" cy="433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3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0F93A-C045-32C2-61D0-7CF1B902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Личный кабинет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0D4A3A-AD96-5168-4A23-5B78E1C6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новости пользователя</a:t>
            </a:r>
          </a:p>
          <a:p>
            <a:r>
              <a:rPr lang="ru-RU" dirty="0"/>
              <a:t>Статусы новостей (цветные бейджи)</a:t>
            </a:r>
          </a:p>
          <a:p>
            <a:r>
              <a:rPr lang="ru-RU" dirty="0"/>
              <a:t>Кнопки: Редактировать / Удалить</a:t>
            </a:r>
          </a:p>
          <a:p>
            <a:r>
              <a:rPr lang="ru-RU" dirty="0"/>
              <a:t>Создание новой новости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9B305B-92E8-0F2F-366F-7361B9A8B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07" y="1805679"/>
            <a:ext cx="6307368" cy="49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98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B4256-64F5-C892-2EBD-E9C91B6F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FDADA-A343-89F4-E4E7-2E0141985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Функции модератора:</a:t>
            </a:r>
          </a:p>
          <a:p>
            <a:r>
              <a:rPr lang="ru-RU" dirty="0"/>
              <a:t>Список новостей на проверке</a:t>
            </a:r>
          </a:p>
          <a:p>
            <a:r>
              <a:rPr lang="ru-RU" dirty="0"/>
              <a:t>Просмотр полной новости</a:t>
            </a:r>
          </a:p>
          <a:p>
            <a:r>
              <a:rPr lang="ru-RU" dirty="0"/>
              <a:t>Одобрение с комментарием</a:t>
            </a:r>
          </a:p>
          <a:p>
            <a:r>
              <a:rPr lang="ru-RU" dirty="0"/>
              <a:t>Отклонение с обязательным комментарием</a:t>
            </a:r>
          </a:p>
          <a:p>
            <a:r>
              <a:rPr lang="ru-RU" dirty="0"/>
              <a:t>Автоматическое логирование действий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9B058A-757E-5D25-611B-F68EFA435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113" y="1404730"/>
            <a:ext cx="5344844" cy="465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52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477BD-6BF0-BD3F-BF60-8F1C9DB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Админ-панель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42996E-251F-5F3D-49BC-00ED542CC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Управление пользователями (бан/</a:t>
            </a:r>
            <a:r>
              <a:rPr lang="ru-RU" dirty="0" err="1"/>
              <a:t>разбан</a:t>
            </a:r>
            <a:r>
              <a:rPr lang="ru-RU" dirty="0"/>
              <a:t>, изменение роли)</a:t>
            </a:r>
          </a:p>
          <a:p>
            <a:r>
              <a:rPr lang="ru-RU" dirty="0"/>
              <a:t>Управление новостями</a:t>
            </a:r>
          </a:p>
          <a:p>
            <a:r>
              <a:rPr lang="ru-RU" dirty="0"/>
              <a:t>Управление категориями</a:t>
            </a:r>
          </a:p>
          <a:p>
            <a:r>
              <a:rPr lang="ru-RU" dirty="0"/>
              <a:t>Просмотр логов модерации</a:t>
            </a:r>
          </a:p>
          <a:p>
            <a:r>
              <a:rPr lang="ru-RU" dirty="0"/>
              <a:t>Защита доступа (только </a:t>
            </a:r>
            <a:r>
              <a:rPr lang="ru-RU" dirty="0" err="1"/>
              <a:t>admin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2F8ED5-E8DF-B235-6315-952156C5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60" y="4226893"/>
            <a:ext cx="8313097" cy="263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C0361-AD43-4D51-40D8-F87544C0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REST-API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3D711-4C19-610C-86D4-D73371C93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effectLst/>
              </a:rPr>
              <a:t>Основные </a:t>
            </a:r>
            <a:r>
              <a:rPr lang="ru-RU" b="1" dirty="0" err="1">
                <a:effectLst/>
              </a:rPr>
              <a:t>эндпоинты</a:t>
            </a:r>
            <a:r>
              <a:rPr lang="ru-RU" b="1" dirty="0">
                <a:effectLst/>
              </a:rPr>
              <a:t>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/news — </a:t>
            </a:r>
            <a:r>
              <a:rPr lang="ru-RU" dirty="0"/>
              <a:t>список опубликованных новостей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/news/&lt;id&gt; — </a:t>
            </a:r>
            <a:r>
              <a:rPr lang="ru-RU" dirty="0"/>
              <a:t>одна новость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/news — </a:t>
            </a:r>
            <a:r>
              <a:rPr lang="ru-RU" dirty="0"/>
              <a:t>создание новости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/</a:t>
            </a:r>
            <a:r>
              <a:rPr lang="en-US" dirty="0" err="1"/>
              <a:t>api</a:t>
            </a:r>
            <a:r>
              <a:rPr lang="en-US" dirty="0"/>
              <a:t>/news/&lt;id&gt; — </a:t>
            </a:r>
            <a:r>
              <a:rPr lang="ru-RU" dirty="0"/>
              <a:t>удаление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/categories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665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7C15A-5F54-16AC-16B2-E4A11273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08F98E-67DA-553B-9688-0429F5D9F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Хэширование паролей (</a:t>
            </a:r>
            <a:r>
              <a:rPr lang="en-US" dirty="0" err="1"/>
              <a:t>Werkzeug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Проверка прав на каждом маршруте</a:t>
            </a:r>
          </a:p>
          <a:p>
            <a:r>
              <a:rPr lang="ru-RU" dirty="0"/>
              <a:t>Защита от загрузки вредоносных файлов</a:t>
            </a:r>
          </a:p>
          <a:p>
            <a:r>
              <a:rPr lang="ru-RU" dirty="0"/>
              <a:t>Блокировка пользователей (</a:t>
            </a:r>
            <a:r>
              <a:rPr lang="en-US" dirty="0" err="1"/>
              <a:t>is_banned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 err="1"/>
              <a:t>SQLAlchemy</a:t>
            </a:r>
            <a:r>
              <a:rPr lang="en-US" dirty="0"/>
              <a:t> </a:t>
            </a:r>
            <a:r>
              <a:rPr lang="ru-RU" dirty="0"/>
              <a:t>защищает от </a:t>
            </a:r>
            <a:r>
              <a:rPr lang="en-US" dirty="0"/>
              <a:t>SQL-</a:t>
            </a:r>
            <a:r>
              <a:rPr lang="ru-RU" dirty="0"/>
              <a:t>инъекций</a:t>
            </a:r>
          </a:p>
          <a:p>
            <a:r>
              <a:rPr lang="en-US" dirty="0" err="1"/>
              <a:t>login_required</a:t>
            </a:r>
            <a:r>
              <a:rPr lang="en-US" dirty="0"/>
              <a:t> </a:t>
            </a:r>
            <a:r>
              <a:rPr lang="ru-RU" dirty="0"/>
              <a:t>декоратор</a:t>
            </a:r>
          </a:p>
        </p:txBody>
      </p:sp>
    </p:spTree>
    <p:extLst>
      <p:ext uri="{BB962C8B-B14F-4D97-AF65-F5344CB8AC3E}">
        <p14:creationId xmlns:p14="http://schemas.microsoft.com/office/powerpoint/2010/main" val="79262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70B0D-D545-5C49-D7AA-65893127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D82A3-43B1-1EFD-BD66-6C8E3E12E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Реализовано:</a:t>
            </a:r>
          </a:p>
          <a:p>
            <a:r>
              <a:rPr lang="ru-RU" dirty="0"/>
              <a:t>Полноценная система новостей</a:t>
            </a:r>
          </a:p>
          <a:p>
            <a:r>
              <a:rPr lang="ru-RU" dirty="0"/>
              <a:t>Многоуровневая модерация</a:t>
            </a:r>
          </a:p>
          <a:p>
            <a:r>
              <a:rPr lang="ru-RU" dirty="0"/>
              <a:t>Удобный и современный дизайн (</a:t>
            </a:r>
            <a:r>
              <a:rPr lang="ru-RU" dirty="0" err="1"/>
              <a:t>Bootstrap</a:t>
            </a:r>
            <a:r>
              <a:rPr lang="ru-RU" dirty="0"/>
              <a:t>)</a:t>
            </a:r>
          </a:p>
          <a:p>
            <a:r>
              <a:rPr lang="ru-RU" dirty="0"/>
              <a:t>Админ-панель</a:t>
            </a:r>
          </a:p>
          <a:p>
            <a:r>
              <a:rPr lang="ru-RU" dirty="0"/>
              <a:t>REST API</a:t>
            </a:r>
          </a:p>
          <a:p>
            <a:r>
              <a:rPr lang="ru-RU" dirty="0"/>
              <a:t>Логи модерации</a:t>
            </a:r>
          </a:p>
        </p:txBody>
      </p:sp>
    </p:spTree>
    <p:extLst>
      <p:ext uri="{BB962C8B-B14F-4D97-AF65-F5344CB8AC3E}">
        <p14:creationId xmlns:p14="http://schemas.microsoft.com/office/powerpoint/2010/main" val="404731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35E0B-C2E1-7139-9075-7C623D50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1D4526-4213-3783-F61F-4265E5387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Итог</a:t>
            </a:r>
            <a:r>
              <a:rPr lang="en-US" dirty="0"/>
              <a:t>:</a:t>
            </a:r>
            <a:r>
              <a:rPr lang="ru-RU" dirty="0"/>
              <a:t>Разработано удобное веб-приложение для новостей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Перспективы развития</a:t>
            </a:r>
            <a:r>
              <a:rPr lang="en-US" dirty="0"/>
              <a:t>:</a:t>
            </a:r>
          </a:p>
          <a:p>
            <a:r>
              <a:rPr lang="ru-RU" dirty="0"/>
              <a:t>Перенос БД на более сложные СУБД для продакшна (</a:t>
            </a:r>
            <a:r>
              <a:rPr lang="en-US" dirty="0"/>
              <a:t>MySQL, </a:t>
            </a:r>
            <a:r>
              <a:rPr lang="en-US" dirty="0" err="1"/>
              <a:t>PostrgeSQL</a:t>
            </a:r>
            <a:r>
              <a:rPr lang="en-US" dirty="0"/>
              <a:t>, MongoDB)</a:t>
            </a:r>
          </a:p>
          <a:p>
            <a:r>
              <a:rPr lang="ru-RU" dirty="0"/>
              <a:t>Добавление системы лайков и дизлайков, а также комментариев</a:t>
            </a:r>
          </a:p>
          <a:p>
            <a:r>
              <a:rPr lang="ru-RU" dirty="0"/>
              <a:t>Деплой на сервер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6463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49583-8507-1E1A-6614-4D882732E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29092"/>
            <a:ext cx="10058400" cy="1609344"/>
          </a:xfrm>
        </p:spPr>
        <p:txBody>
          <a:bodyPr/>
          <a:lstStyle/>
          <a:p>
            <a:pPr algn="ctr"/>
            <a:r>
              <a:rPr lang="ru-RU"/>
              <a:t>СПАСИБО ЗА ВНИМАНИЕ</a:t>
            </a:r>
            <a:r>
              <a:rPr lang="ru-R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11962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52</TotalTime>
  <Words>417</Words>
  <Application>Microsoft Office PowerPoint</Application>
  <PresentationFormat>Широкоэкранный</PresentationFormat>
  <Paragraphs>84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Cambria</vt:lpstr>
      <vt:lpstr>Rockwell</vt:lpstr>
      <vt:lpstr>Rockwell Condensed</vt:lpstr>
      <vt:lpstr>Wingdings</vt:lpstr>
      <vt:lpstr>Дерево</vt:lpstr>
      <vt:lpstr>Новостной сайт “GAZETKA”</vt:lpstr>
      <vt:lpstr>Цели и задачи</vt:lpstr>
      <vt:lpstr>Стек</vt:lpstr>
      <vt:lpstr>Структура проекта</vt:lpstr>
      <vt:lpstr>Ролевая модель</vt:lpstr>
      <vt:lpstr>Жизненный цикл новостей</vt:lpstr>
      <vt:lpstr>Главная страница</vt:lpstr>
      <vt:lpstr>Личный кабинет</vt:lpstr>
      <vt:lpstr>Модерация</vt:lpstr>
      <vt:lpstr>Админ-панель</vt:lpstr>
      <vt:lpstr>REST-API</vt:lpstr>
      <vt:lpstr>Безопасность</vt:lpstr>
      <vt:lpstr>Результаты</vt:lpstr>
      <vt:lpstr>Итоги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вова новиков</dc:creator>
  <cp:lastModifiedBy>вова новиков</cp:lastModifiedBy>
  <cp:revision>1</cp:revision>
  <dcterms:created xsi:type="dcterms:W3CDTF">2026-05-16T17:15:47Z</dcterms:created>
  <dcterms:modified xsi:type="dcterms:W3CDTF">2026-05-16T18:07:53Z</dcterms:modified>
</cp:coreProperties>
</file>